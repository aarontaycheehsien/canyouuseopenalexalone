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2F4C1A-695F-4DD7-A3C0-C38ACE523BCF}" v="11" dt="2025-04-04T11:19:33.0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7" autoAdjust="0"/>
    <p:restoredTop sz="94660"/>
  </p:normalViewPr>
  <p:slideViewPr>
    <p:cSldViewPr snapToGrid="0">
      <p:cViewPr>
        <p:scale>
          <a:sx n="76" d="100"/>
          <a:sy n="76" d="100"/>
        </p:scale>
        <p:origin x="-504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B3ACA59-B9D8-6EC1-88FB-62C359B935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EB9105D-50F7-2633-329F-BA69E2927F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95CCF39-F1AB-1CE1-1234-EEF69640B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98ABC-1AE7-4D1C-AF0D-4064ECC75C43}" type="datetimeFigureOut">
              <a:rPr lang="en-GB" smtClean="0"/>
              <a:t>18/07/2025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5E26587-2A2B-4B85-0C9C-4ED0A1B51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D0ECD68-A779-046A-70C1-7B7BCE6B5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2A1EE-62F6-4441-8988-E16F9A15DE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537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1917733-DFAE-B5C5-931F-52A3B29B3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6F2A749-B031-1FEA-356C-80533382C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874A1D9-D934-AAF2-1A19-9C5A39438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98ABC-1AE7-4D1C-AF0D-4064ECC75C43}" type="datetimeFigureOut">
              <a:rPr lang="en-GB" smtClean="0"/>
              <a:t>18/07/2025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4BEF6B8-1293-6221-C767-8CCF5A7C9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73F1F67-095B-81E7-5F81-67EBBAC82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2A1EE-62F6-4441-8988-E16F9A15DE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6964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65D12B-A5A4-8A09-24D3-4590A6C7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199BE61-25EA-C548-ED80-D7C94318C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5EFD63E-3313-E6D6-F8D3-ABAE3C9DD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98ABC-1AE7-4D1C-AF0D-4064ECC75C43}" type="datetimeFigureOut">
              <a:rPr lang="en-GB" smtClean="0"/>
              <a:t>18/07/2025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D1A9F5C-1CE1-CAE5-17FB-061E942AF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1DF4A1A-6BBF-BAC7-B06E-BB906E569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2A1EE-62F6-4441-8988-E16F9A15DE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3673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8C14346-03E1-8E44-918B-C001E1AC3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3F28E53-50D6-7E84-79E3-4A77D55113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4EB207D-AC18-BB9D-7B24-374C406FDA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00D7AF2-FDBA-6439-B387-01AF9F18D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98ABC-1AE7-4D1C-AF0D-4064ECC75C43}" type="datetimeFigureOut">
              <a:rPr lang="en-GB" smtClean="0"/>
              <a:t>18/07/2025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DECA488-88DA-816D-57CF-B85590986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5FF80B1-485F-49B4-0E60-9E110993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2A1EE-62F6-4441-8988-E16F9A15DE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304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063499F-605F-6650-2277-27FB922FE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1F85E11-3F95-EE4A-19E2-7530B4338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56DEF8A-E4A5-5327-C6AC-78FCE93A09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A3404AF3-4871-5830-87B8-ABC525A80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D3894894-7180-95B9-A32A-9A9C70A99F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AFD4E02E-6D07-EE11-EA28-192C57FB1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98ABC-1AE7-4D1C-AF0D-4064ECC75C43}" type="datetimeFigureOut">
              <a:rPr lang="en-GB" smtClean="0"/>
              <a:t>18/07/2025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55032EA1-0540-F039-827A-EF3D8E4E9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696823C7-715B-17DB-4E91-B9913C4F1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2A1EE-62F6-4441-8988-E16F9A15DE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8304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F89207C-618F-4AA6-3956-BC37E8A67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768339B-429A-E0D1-2A0A-57677CD92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98ABC-1AE7-4D1C-AF0D-4064ECC75C43}" type="datetimeFigureOut">
              <a:rPr lang="en-GB" smtClean="0"/>
              <a:t>18/07/2025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40F8649-1CF1-BAE9-0098-184E10E7F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ED571A3-B846-406D-1679-D3AAF6213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2A1EE-62F6-4441-8988-E16F9A15DE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8582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CE6B8C81-168B-7BD0-9A5C-4D5A2CAC6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98ABC-1AE7-4D1C-AF0D-4064ECC75C43}" type="datetimeFigureOut">
              <a:rPr lang="en-GB" smtClean="0"/>
              <a:t>18/07/2025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2E98C9E8-F2F8-DE5C-A55A-01FC8A23C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1D28DE6-4DF3-B192-B918-ED3A3DCCA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2A1EE-62F6-4441-8988-E16F9A15DE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5930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D8113A4-4936-D388-4C3D-96829D400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804A501-82A0-C7C7-5C8B-B7434DE801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8865D41-BF4D-641F-6144-E872FF33D8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6B683E2-7409-A3AC-82ED-349FF343D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98ABC-1AE7-4D1C-AF0D-4064ECC75C43}" type="datetimeFigureOut">
              <a:rPr lang="en-GB" smtClean="0"/>
              <a:t>18/07/2025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C7BC98F-8D55-A43D-7F06-FF9A2CA20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95FB32F-DF93-CB31-30F1-A5549F6EF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2A1EE-62F6-4441-8988-E16F9A15DE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8385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405CAC6-6ABE-4374-6C36-12FBC0B7E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DFFF53BA-E37A-C219-A946-9209F7105B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65FA62B-598A-F1DD-B76B-3B84677694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3494267-E3CD-0CEA-3D59-CBB63E731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98ABC-1AE7-4D1C-AF0D-4064ECC75C43}" type="datetimeFigureOut">
              <a:rPr lang="en-GB" smtClean="0"/>
              <a:t>18/07/2025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E6DBC01-54CC-E4E7-1C6E-8BCDBFF31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BE7E0D8-1575-6E6D-C848-52A97DB83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2A1EE-62F6-4441-8988-E16F9A15DE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9562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B3AD52-DFAA-53B1-804E-B69275A4F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23D515C1-CCFC-156C-35EF-4E623F45C5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B3EDCFC-416B-0AF8-6215-CDB328F6E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98ABC-1AE7-4D1C-AF0D-4064ECC75C43}" type="datetimeFigureOut">
              <a:rPr lang="en-GB" smtClean="0"/>
              <a:t>18/07/2025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4266E2E-655E-6C9C-DE9B-81BF85C9E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3C64CCA-FCA4-64C6-FA9C-277A3B7E4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2A1EE-62F6-4441-8988-E16F9A15DE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4939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03458FD4-E0D9-902B-5630-F1BAC8DB52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B13589F-4F17-C57C-B1EF-7276E7DC7C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3E408C8-D585-6DD4-C052-030C37232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98ABC-1AE7-4D1C-AF0D-4064ECC75C43}" type="datetimeFigureOut">
              <a:rPr lang="en-GB" smtClean="0"/>
              <a:t>18/07/2025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BC7AE7C-4BE1-7943-9874-B57CD5400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0F8241C-9559-1E8D-6749-F0661051B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2A1EE-62F6-4441-8988-E16F9A15DE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2318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B366D20A-563C-437E-FD24-3DFDF3EA1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64AB80F-4937-7EE1-3892-F600743727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8B6E5B9-2B38-C345-D390-A5D3E7179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598ABC-1AE7-4D1C-AF0D-4064ECC75C43}" type="datetimeFigureOut">
              <a:rPr lang="en-GB" smtClean="0"/>
              <a:t>18/07/2025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DBD456B-2C11-52EF-9518-16DF436ED5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C6E9E16-456D-21AE-B1C5-A032850F94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D2A1EE-62F6-4441-8988-E16F9A15DE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1622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Process 1">
            <a:extLst>
              <a:ext uri="{FF2B5EF4-FFF2-40B4-BE49-F238E27FC236}">
                <a16:creationId xmlns:a16="http://schemas.microsoft.com/office/drawing/2014/main" xmlns="" id="{E67B7902-9F63-04D9-0088-32ED36DF9F78}"/>
              </a:ext>
            </a:extLst>
          </p:cNvPr>
          <p:cNvSpPr/>
          <p:nvPr/>
        </p:nvSpPr>
        <p:spPr>
          <a:xfrm>
            <a:off x="923925" y="962025"/>
            <a:ext cx="1600200" cy="619125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xmlns="" id="{877AB53E-CCE9-73AE-8CAE-5DA338DC2095}"/>
              </a:ext>
            </a:extLst>
          </p:cNvPr>
          <p:cNvSpPr/>
          <p:nvPr/>
        </p:nvSpPr>
        <p:spPr>
          <a:xfrm>
            <a:off x="485775" y="436962"/>
            <a:ext cx="2257425" cy="632825"/>
          </a:xfrm>
          <a:prstGeom prst="flowChartProcess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Records screened for DES map</a:t>
            </a:r>
          </a:p>
          <a:p>
            <a:pPr algn="ctr"/>
            <a:r>
              <a:rPr lang="en-GB" sz="1200" dirty="0">
                <a:solidFill>
                  <a:schemeClr val="tx1"/>
                </a:solidFill>
              </a:rPr>
              <a:t>n= 12,293</a:t>
            </a: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xmlns="" id="{9D6FA09D-8D12-E00B-540D-829405DEE08F}"/>
              </a:ext>
            </a:extLst>
          </p:cNvPr>
          <p:cNvSpPr/>
          <p:nvPr/>
        </p:nvSpPr>
        <p:spPr>
          <a:xfrm>
            <a:off x="6815731" y="3190427"/>
            <a:ext cx="2590799" cy="688492"/>
          </a:xfrm>
          <a:prstGeom prst="flowChartProcess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Network graph searches </a:t>
            </a:r>
          </a:p>
          <a:p>
            <a:pPr algn="ctr"/>
            <a:r>
              <a:rPr lang="en-GB" sz="1200" dirty="0" smtClean="0">
                <a:solidFill>
                  <a:schemeClr val="tx1"/>
                </a:solidFill>
              </a:rPr>
              <a:t>n=3,970 </a:t>
            </a:r>
            <a:r>
              <a:rPr lang="en-GB" sz="1200" dirty="0">
                <a:solidFill>
                  <a:schemeClr val="tx1"/>
                </a:solidFill>
              </a:rPr>
              <a:t>(July 2024)</a:t>
            </a:r>
          </a:p>
          <a:p>
            <a:pPr algn="ctr"/>
            <a:r>
              <a:rPr lang="en-GB" sz="1200" dirty="0" smtClean="0">
                <a:solidFill>
                  <a:schemeClr val="tx1"/>
                </a:solidFill>
              </a:rPr>
              <a:t>n=4,276 </a:t>
            </a:r>
            <a:r>
              <a:rPr lang="en-GB" sz="1200" dirty="0">
                <a:solidFill>
                  <a:schemeClr val="tx1"/>
                </a:solidFill>
              </a:rPr>
              <a:t>(March 2025)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xmlns="" id="{7E348C3C-03C9-E179-D67E-CB4FE71E53D3}"/>
              </a:ext>
            </a:extLst>
          </p:cNvPr>
          <p:cNvSpPr/>
          <p:nvPr/>
        </p:nvSpPr>
        <p:spPr>
          <a:xfrm>
            <a:off x="2905124" y="968281"/>
            <a:ext cx="1090610" cy="542925"/>
          </a:xfrm>
          <a:prstGeom prst="flowChartProcess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Full-text not retrieved (n=34)</a:t>
            </a: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xmlns="" id="{D767F551-979D-29A8-C906-76F13C9099C8}"/>
              </a:ext>
            </a:extLst>
          </p:cNvPr>
          <p:cNvSpPr/>
          <p:nvPr/>
        </p:nvSpPr>
        <p:spPr>
          <a:xfrm>
            <a:off x="4286250" y="436962"/>
            <a:ext cx="7522367" cy="965596"/>
          </a:xfrm>
          <a:prstGeom prst="flowChartProcess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Records retrieved from Boolean searches of </a:t>
            </a:r>
            <a:r>
              <a:rPr lang="en-GB" sz="1200" dirty="0" err="1">
                <a:solidFill>
                  <a:schemeClr val="tx1"/>
                </a:solidFill>
              </a:rPr>
              <a:t>OpenAlex</a:t>
            </a:r>
            <a:endParaRPr lang="en-GB" sz="1200" dirty="0">
              <a:solidFill>
                <a:schemeClr val="tx1"/>
              </a:solidFill>
            </a:endParaRPr>
          </a:p>
          <a:p>
            <a:pPr algn="ctr"/>
            <a:r>
              <a:rPr lang="en-GB" sz="1200" dirty="0">
                <a:solidFill>
                  <a:schemeClr val="tx1"/>
                </a:solidFill>
              </a:rPr>
              <a:t>n=21,747 (July 2024)  </a:t>
            </a:r>
          </a:p>
          <a:p>
            <a:pPr algn="ctr"/>
            <a:r>
              <a:rPr lang="en-GB" sz="1200" dirty="0">
                <a:solidFill>
                  <a:schemeClr val="tx1"/>
                </a:solidFill>
              </a:rPr>
              <a:t>n=16,573 (March 2025) </a:t>
            </a:r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xmlns="" id="{E3227E92-3B7A-31C3-D53E-79811AC3F4D4}"/>
              </a:ext>
            </a:extLst>
          </p:cNvPr>
          <p:cNvSpPr/>
          <p:nvPr/>
        </p:nvSpPr>
        <p:spPr>
          <a:xfrm>
            <a:off x="794139" y="3297589"/>
            <a:ext cx="1781177" cy="407196"/>
          </a:xfrm>
          <a:prstGeom prst="flowChartProcess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n=128 </a:t>
            </a:r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xmlns="" id="{5D6589A1-7C3B-0BA9-2465-83FD1F832911}"/>
              </a:ext>
            </a:extLst>
          </p:cNvPr>
          <p:cNvSpPr/>
          <p:nvPr/>
        </p:nvSpPr>
        <p:spPr>
          <a:xfrm>
            <a:off x="4702965" y="3223904"/>
            <a:ext cx="1671638" cy="692946"/>
          </a:xfrm>
          <a:prstGeom prst="flowChartProcess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n=126 (July 2024)</a:t>
            </a:r>
          </a:p>
          <a:p>
            <a:pPr algn="ctr"/>
            <a:r>
              <a:rPr lang="en-GB" sz="1200" dirty="0">
                <a:solidFill>
                  <a:schemeClr val="tx1"/>
                </a:solidFill>
              </a:rPr>
              <a:t>n=123 (March 2025)</a:t>
            </a:r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xmlns="" id="{B34BCCCB-1382-D9B3-AD85-139CE87CE676}"/>
              </a:ext>
            </a:extLst>
          </p:cNvPr>
          <p:cNvSpPr/>
          <p:nvPr/>
        </p:nvSpPr>
        <p:spPr>
          <a:xfrm>
            <a:off x="711989" y="1392760"/>
            <a:ext cx="1885950" cy="542925"/>
          </a:xfrm>
          <a:prstGeom prst="flowChartProcess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Records included in DES map (n=131)</a:t>
            </a:r>
          </a:p>
        </p:txBody>
      </p:sp>
      <p:sp>
        <p:nvSpPr>
          <p:cNvPr id="17" name="Flowchart: Process 16">
            <a:extLst>
              <a:ext uri="{FF2B5EF4-FFF2-40B4-BE49-F238E27FC236}">
                <a16:creationId xmlns:a16="http://schemas.microsoft.com/office/drawing/2014/main" xmlns="" id="{7218EE7E-4DD5-4FAF-7DD7-019306205B1B}"/>
              </a:ext>
            </a:extLst>
          </p:cNvPr>
          <p:cNvSpPr/>
          <p:nvPr/>
        </p:nvSpPr>
        <p:spPr>
          <a:xfrm>
            <a:off x="7091356" y="5424975"/>
            <a:ext cx="1928814" cy="692946"/>
          </a:xfrm>
          <a:prstGeom prst="flowChartProcess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n=1 (July 2024)</a:t>
            </a:r>
          </a:p>
          <a:p>
            <a:pPr algn="ctr"/>
            <a:r>
              <a:rPr lang="en-GB" sz="1200" dirty="0">
                <a:solidFill>
                  <a:schemeClr val="tx1"/>
                </a:solidFill>
              </a:rPr>
              <a:t>n=4 (March 2025)</a:t>
            </a:r>
          </a:p>
          <a:p>
            <a:pPr algn="ctr"/>
            <a:r>
              <a:rPr lang="en-GB" sz="1200" dirty="0">
                <a:solidFill>
                  <a:schemeClr val="tx1"/>
                </a:solidFill>
              </a:rPr>
              <a:t>1 study missed at both timepoints </a:t>
            </a:r>
          </a:p>
        </p:txBody>
      </p:sp>
      <p:sp>
        <p:nvSpPr>
          <p:cNvPr id="19" name="Flowchart: Process 18">
            <a:extLst>
              <a:ext uri="{FF2B5EF4-FFF2-40B4-BE49-F238E27FC236}">
                <a16:creationId xmlns:a16="http://schemas.microsoft.com/office/drawing/2014/main" xmlns="" id="{FE13649C-66C6-5FC2-8A12-16D5D8F2CC8F}"/>
              </a:ext>
            </a:extLst>
          </p:cNvPr>
          <p:cNvSpPr/>
          <p:nvPr/>
        </p:nvSpPr>
        <p:spPr>
          <a:xfrm>
            <a:off x="9651204" y="1898716"/>
            <a:ext cx="2157414" cy="1255543"/>
          </a:xfrm>
          <a:prstGeom prst="flowChartProcess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Records manually screened following deduplication with records identified from the DES map and application of a machine learning classifier </a:t>
            </a:r>
          </a:p>
          <a:p>
            <a:pPr algn="ctr"/>
            <a:r>
              <a:rPr lang="en-GB" sz="1200" dirty="0">
                <a:solidFill>
                  <a:schemeClr val="tx1"/>
                </a:solidFill>
              </a:rPr>
              <a:t>n=2,318 (July 2024)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0" name="Flowchart: Process 19">
            <a:extLst>
              <a:ext uri="{FF2B5EF4-FFF2-40B4-BE49-F238E27FC236}">
                <a16:creationId xmlns:a16="http://schemas.microsoft.com/office/drawing/2014/main" xmlns="" id="{52F5C3CC-430D-E571-E7AF-983BF3D7E3B9}"/>
              </a:ext>
            </a:extLst>
          </p:cNvPr>
          <p:cNvSpPr/>
          <p:nvPr/>
        </p:nvSpPr>
        <p:spPr>
          <a:xfrm>
            <a:off x="9839322" y="5475569"/>
            <a:ext cx="1781177" cy="606041"/>
          </a:xfrm>
          <a:prstGeom prst="flowChartProcess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n=2 new records</a:t>
            </a:r>
          </a:p>
          <a:p>
            <a:pPr algn="ctr"/>
            <a:r>
              <a:rPr lang="en-GB" sz="1200" dirty="0">
                <a:solidFill>
                  <a:schemeClr val="tx1"/>
                </a:solidFill>
              </a:rPr>
              <a:t> (July 2024, and verified March 2025)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B764F995-1A03-A9B7-862B-A95CE6CD70C0}"/>
              </a:ext>
            </a:extLst>
          </p:cNvPr>
          <p:cNvSpPr txBox="1"/>
          <p:nvPr/>
        </p:nvSpPr>
        <p:spPr>
          <a:xfrm>
            <a:off x="700084" y="6113261"/>
            <a:ext cx="5870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Figure 1. Diagram showing literature flows for addressing RQs 1, 2, and 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xmlns="" id="{51D289A0-E56E-DB7F-CE5F-4A52C94A4C98}"/>
              </a:ext>
            </a:extLst>
          </p:cNvPr>
          <p:cNvSpPr/>
          <p:nvPr/>
        </p:nvSpPr>
        <p:spPr>
          <a:xfrm>
            <a:off x="700085" y="2258658"/>
            <a:ext cx="1897852" cy="67966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solidFill>
                  <a:schemeClr val="tx1"/>
                </a:solidFill>
              </a:rPr>
              <a:t>RQ1: How many included records are present in </a:t>
            </a:r>
            <a:r>
              <a:rPr lang="en-GB" sz="1100" dirty="0" err="1">
                <a:solidFill>
                  <a:schemeClr val="tx1"/>
                </a:solidFill>
              </a:rPr>
              <a:t>OpenAlex</a:t>
            </a:r>
            <a:r>
              <a:rPr lang="en-GB" sz="1100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xmlns="" id="{4F5BC4EB-C7CC-CFBF-72A0-ABF0BE05688E}"/>
              </a:ext>
            </a:extLst>
          </p:cNvPr>
          <p:cNvSpPr/>
          <p:nvPr/>
        </p:nvSpPr>
        <p:spPr>
          <a:xfrm>
            <a:off x="4506512" y="2008584"/>
            <a:ext cx="2064544" cy="8477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solidFill>
                  <a:schemeClr val="tx1"/>
                </a:solidFill>
              </a:rPr>
              <a:t>RQ2: How many of included records in the DES map are identified?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xmlns="" id="{C400FFD5-059A-32B6-D454-84FB98A0074D}"/>
              </a:ext>
            </a:extLst>
          </p:cNvPr>
          <p:cNvSpPr/>
          <p:nvPr/>
        </p:nvSpPr>
        <p:spPr>
          <a:xfrm>
            <a:off x="9551193" y="4284432"/>
            <a:ext cx="2157414" cy="71989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solidFill>
                  <a:schemeClr val="tx1"/>
                </a:solidFill>
              </a:rPr>
              <a:t>RQ4: How many new records are identified?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xmlns="" id="{4163619D-FEC1-2C00-CC3B-9CCE7FA081C9}"/>
              </a:ext>
            </a:extLst>
          </p:cNvPr>
          <p:cNvSpPr/>
          <p:nvPr/>
        </p:nvSpPr>
        <p:spPr>
          <a:xfrm>
            <a:off x="7044918" y="4284433"/>
            <a:ext cx="2060971" cy="71989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solidFill>
                  <a:schemeClr val="tx1"/>
                </a:solidFill>
              </a:rPr>
              <a:t>RQ2: How many of included records in the DES map are identified?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xmlns="" id="{ECE4EE9F-920C-7738-A922-C13B45678322}"/>
              </a:ext>
            </a:extLst>
          </p:cNvPr>
          <p:cNvCxnSpPr/>
          <p:nvPr/>
        </p:nvCxnSpPr>
        <p:spPr>
          <a:xfrm>
            <a:off x="10620375" y="1402558"/>
            <a:ext cx="0" cy="4961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xmlns="" id="{75F795A6-1452-2FA5-5099-CB9CA99D8D26}"/>
              </a:ext>
            </a:extLst>
          </p:cNvPr>
          <p:cNvCxnSpPr/>
          <p:nvPr/>
        </p:nvCxnSpPr>
        <p:spPr>
          <a:xfrm>
            <a:off x="5538784" y="1402558"/>
            <a:ext cx="0" cy="4961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xmlns="" id="{C0E5C033-7CBB-F7B4-C658-70731EDDEFFE}"/>
              </a:ext>
            </a:extLst>
          </p:cNvPr>
          <p:cNvCxnSpPr>
            <a:cxnSpLocks/>
          </p:cNvCxnSpPr>
          <p:nvPr/>
        </p:nvCxnSpPr>
        <p:spPr>
          <a:xfrm>
            <a:off x="5538784" y="2856323"/>
            <a:ext cx="0" cy="3675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xmlns="" id="{738994FE-6055-152D-BC58-24673A6EE291}"/>
              </a:ext>
            </a:extLst>
          </p:cNvPr>
          <p:cNvCxnSpPr>
            <a:cxnSpLocks/>
          </p:cNvCxnSpPr>
          <p:nvPr/>
        </p:nvCxnSpPr>
        <p:spPr>
          <a:xfrm>
            <a:off x="8097438" y="5057394"/>
            <a:ext cx="0" cy="3675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xmlns="" id="{8D2015B9-345B-09B8-494A-17FF246CE45A}"/>
              </a:ext>
            </a:extLst>
          </p:cNvPr>
          <p:cNvCxnSpPr>
            <a:cxnSpLocks/>
          </p:cNvCxnSpPr>
          <p:nvPr/>
        </p:nvCxnSpPr>
        <p:spPr>
          <a:xfrm>
            <a:off x="10663235" y="5059827"/>
            <a:ext cx="0" cy="3675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xmlns="" id="{DF12F62D-1BD8-22AB-9DAC-5E219F4115C3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10629900" y="3223904"/>
            <a:ext cx="0" cy="10605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xmlns="" id="{1A5BEEBE-3893-BAD9-C61B-F6753C389479}"/>
              </a:ext>
            </a:extLst>
          </p:cNvPr>
          <p:cNvCxnSpPr>
            <a:cxnSpLocks/>
          </p:cNvCxnSpPr>
          <p:nvPr/>
        </p:nvCxnSpPr>
        <p:spPr>
          <a:xfrm>
            <a:off x="6379362" y="3534673"/>
            <a:ext cx="4214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xmlns="" id="{243A516B-BF11-8E13-3324-8ADA3A839106}"/>
              </a:ext>
            </a:extLst>
          </p:cNvPr>
          <p:cNvCxnSpPr>
            <a:cxnSpLocks/>
          </p:cNvCxnSpPr>
          <p:nvPr/>
        </p:nvCxnSpPr>
        <p:spPr>
          <a:xfrm>
            <a:off x="8055763" y="3927273"/>
            <a:ext cx="0" cy="3571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xmlns="" id="{0EE5D1D0-80CF-4BE7-4542-6DEBE60C2E51}"/>
              </a:ext>
            </a:extLst>
          </p:cNvPr>
          <p:cNvCxnSpPr>
            <a:cxnSpLocks/>
          </p:cNvCxnSpPr>
          <p:nvPr/>
        </p:nvCxnSpPr>
        <p:spPr>
          <a:xfrm>
            <a:off x="1641865" y="2992772"/>
            <a:ext cx="0" cy="3229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xmlns="" id="{9A03CC43-CF3D-8C89-9088-CA5912C5E352}"/>
              </a:ext>
            </a:extLst>
          </p:cNvPr>
          <p:cNvCxnSpPr>
            <a:cxnSpLocks/>
          </p:cNvCxnSpPr>
          <p:nvPr/>
        </p:nvCxnSpPr>
        <p:spPr>
          <a:xfrm>
            <a:off x="1579953" y="1069787"/>
            <a:ext cx="0" cy="3327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xmlns="" id="{D2E55EE3-523E-4525-9C09-71829B3E4B3F}"/>
              </a:ext>
            </a:extLst>
          </p:cNvPr>
          <p:cNvCxnSpPr>
            <a:cxnSpLocks/>
          </p:cNvCxnSpPr>
          <p:nvPr/>
        </p:nvCxnSpPr>
        <p:spPr>
          <a:xfrm>
            <a:off x="1579953" y="1229655"/>
            <a:ext cx="13251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xmlns="" id="{E193A36E-16A1-2163-6B55-B6438E0F916C}"/>
              </a:ext>
            </a:extLst>
          </p:cNvPr>
          <p:cNvCxnSpPr>
            <a:cxnSpLocks/>
          </p:cNvCxnSpPr>
          <p:nvPr/>
        </p:nvCxnSpPr>
        <p:spPr>
          <a:xfrm>
            <a:off x="1614487" y="1935685"/>
            <a:ext cx="0" cy="3327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9297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2671E9A5845F844B4268376CF088CB1" ma:contentTypeVersion="38" ma:contentTypeDescription="Create a new document." ma:contentTypeScope="" ma:versionID="0c7ecd61915357c839107d0c2210e91d">
  <xsd:schema xmlns:xsd="http://www.w3.org/2001/XMLSchema" xmlns:xs="http://www.w3.org/2001/XMLSchema" xmlns:p="http://schemas.microsoft.com/office/2006/metadata/properties" xmlns:ns2="745c9636-f27b-4ffd-9f90-b1120e66291a" xmlns:ns3="2a11f4f6-1a94-4186-b193-ff90ffca6a24" targetNamespace="http://schemas.microsoft.com/office/2006/metadata/properties" ma:root="true" ma:fieldsID="9d8cba3d5faa66aa91fd8dea360d705c" ns2:_="" ns3:_="">
    <xsd:import namespace="745c9636-f27b-4ffd-9f90-b1120e66291a"/>
    <xsd:import namespace="2a11f4f6-1a94-4186-b193-ff90ffca6a24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Leaders" minOccurs="0"/>
                <xsd:element ref="ns2:Members" minOccurs="0"/>
                <xsd:element ref="ns2:Member_Groups" minOccurs="0"/>
                <xsd:element ref="ns2:Distribution_Groups" minOccurs="0"/>
                <xsd:element ref="ns2:LMS_Mappings" minOccurs="0"/>
                <xsd:element ref="ns2:Invited_Leaders" minOccurs="0"/>
                <xsd:element ref="ns2:Invited_Members" minOccurs="0"/>
                <xsd:element ref="ns2:Self_Registration_Enabled" minOccurs="0"/>
                <xsd:element ref="ns2:Has_Leaders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5c9636-f27b-4ffd-9f90-b1120e66291a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Leaders" ma:index="17" nillable="true" ma:displayName="Leaders" ma:internalName="Lead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s" ma:index="18" nillable="true" ma:displayName="Members" ma:internalName="Memb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_Groups" ma:index="19" nillable="true" ma:displayName="Member Groups" ma:internalName="Member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Leaders" ma:index="22" nillable="true" ma:displayName="Invited Leaders" ma:internalName="Invited_Leaders">
      <xsd:simpleType>
        <xsd:restriction base="dms:Note">
          <xsd:maxLength value="255"/>
        </xsd:restriction>
      </xsd:simpleType>
    </xsd:element>
    <xsd:element name="Invited_Members" ma:index="23" nillable="true" ma:displayName="Invited Members" ma:internalName="Invited_Member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Leaders_Only_SectionGroup" ma:index="25" nillable="true" ma:displayName="Has Leaders Only SectionGroup" ma:internalName="Has_Leaders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3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3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33" nillable="true" ma:displayName="Tags" ma:internalName="MediaServiceAutoTags" ma:readOnly="true">
      <xsd:simpleType>
        <xsd:restriction base="dms:Text"/>
      </xsd:simpleType>
    </xsd:element>
    <xsd:element name="MediaServiceOCR" ma:index="3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40" nillable="true" ma:taxonomy="true" ma:internalName="lcf76f155ced4ddcb4097134ff3c332f" ma:taxonomyFieldName="MediaServiceImageTags" ma:displayName="Image Tags" ma:readOnly="false" ma:fieldId="{5cf76f15-5ced-4ddc-b409-7134ff3c332f}" ma:taxonomyMulti="true" ma:sspId="579a89b1-2c2c-4f7f-9bd7-7914fb13a0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4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4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4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4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11f4f6-1a94-4186-b193-ff90ffca6a24" elementFormDefault="qualified">
    <xsd:import namespace="http://schemas.microsoft.com/office/2006/documentManagement/types"/>
    <xsd:import namespace="http://schemas.microsoft.com/office/infopath/2007/PartnerControls"/>
    <xsd:element name="SharedWithUsers" ma:index="3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41" nillable="true" ma:displayName="Taxonomy Catch All Column" ma:hidden="true" ma:list="{c3326e91-754f-4b09-bcac-6446dd49631e}" ma:internalName="TaxCatchAll" ma:showField="CatchAllData" ma:web="2a11f4f6-1a94-4186-b193-ff90ffca6a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amsChannelId xmlns="745c9636-f27b-4ffd-9f90-b1120e66291a" xsi:nil="true"/>
    <Invited_Leaders xmlns="745c9636-f27b-4ffd-9f90-b1120e66291a" xsi:nil="true"/>
    <Invited_Members xmlns="745c9636-f27b-4ffd-9f90-b1120e66291a" xsi:nil="true"/>
    <TaxCatchAll xmlns="2a11f4f6-1a94-4186-b193-ff90ffca6a24" xsi:nil="true"/>
    <Templates xmlns="745c9636-f27b-4ffd-9f90-b1120e66291a" xsi:nil="true"/>
    <Members xmlns="745c9636-f27b-4ffd-9f90-b1120e66291a">
      <UserInfo>
        <DisplayName/>
        <AccountId xsi:nil="true"/>
        <AccountType/>
      </UserInfo>
    </Members>
    <Member_Groups xmlns="745c9636-f27b-4ffd-9f90-b1120e66291a">
      <UserInfo>
        <DisplayName/>
        <AccountId xsi:nil="true"/>
        <AccountType/>
      </UserInfo>
    </Member_Groups>
    <FolderType xmlns="745c9636-f27b-4ffd-9f90-b1120e66291a" xsi:nil="true"/>
    <Teams_Channel_Section_Location xmlns="745c9636-f27b-4ffd-9f90-b1120e66291a" xsi:nil="true"/>
    <Self_Registration_Enabled xmlns="745c9636-f27b-4ffd-9f90-b1120e66291a" xsi:nil="true"/>
    <Has_Leaders_Only_SectionGroup xmlns="745c9636-f27b-4ffd-9f90-b1120e66291a" xsi:nil="true"/>
    <Leaders xmlns="745c9636-f27b-4ffd-9f90-b1120e66291a">
      <UserInfo>
        <DisplayName/>
        <AccountId xsi:nil="true"/>
        <AccountType/>
      </UserInfo>
    </Leaders>
    <Distribution_Groups xmlns="745c9636-f27b-4ffd-9f90-b1120e66291a" xsi:nil="true"/>
    <LMS_Mappings xmlns="745c9636-f27b-4ffd-9f90-b1120e66291a" xsi:nil="true"/>
    <CultureName xmlns="745c9636-f27b-4ffd-9f90-b1120e66291a" xsi:nil="true"/>
    <AppVersion xmlns="745c9636-f27b-4ffd-9f90-b1120e66291a" xsi:nil="true"/>
    <DefaultSectionNames xmlns="745c9636-f27b-4ffd-9f90-b1120e66291a" xsi:nil="true"/>
    <NotebookType xmlns="745c9636-f27b-4ffd-9f90-b1120e66291a" xsi:nil="true"/>
    <IsNotebookLocked xmlns="745c9636-f27b-4ffd-9f90-b1120e66291a" xsi:nil="true"/>
    <Is_Collaboration_Space_Locked xmlns="745c9636-f27b-4ffd-9f90-b1120e66291a" xsi:nil="true"/>
    <Math_Settings xmlns="745c9636-f27b-4ffd-9f90-b1120e66291a" xsi:nil="true"/>
    <Owner xmlns="745c9636-f27b-4ffd-9f90-b1120e66291a">
      <UserInfo>
        <DisplayName/>
        <AccountId xsi:nil="true"/>
        <AccountType/>
      </UserInfo>
    </Owner>
    <lcf76f155ced4ddcb4097134ff3c332f xmlns="745c9636-f27b-4ffd-9f90-b1120e66291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D04CD2F-4DA2-4FE8-B07F-344DE0942D0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45c9636-f27b-4ffd-9f90-b1120e66291a"/>
    <ds:schemaRef ds:uri="2a11f4f6-1a94-4186-b193-ff90ffca6a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EE86F21-B1D3-425F-BDDF-013B81F1572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D2CD8D4-600C-4D10-865E-845BBC7BF60B}">
  <ds:schemaRefs>
    <ds:schemaRef ds:uri="http://schemas.microsoft.com/office/2006/metadata/properties"/>
    <ds:schemaRef ds:uri="http://schemas.microsoft.com/office/infopath/2007/PartnerControls"/>
    <ds:schemaRef ds:uri="745c9636-f27b-4ffd-9f90-b1120e66291a"/>
    <ds:schemaRef ds:uri="2a11f4f6-1a94-4186-b193-ff90ffca6a24"/>
  </ds:schemaRefs>
</ds:datastoreItem>
</file>

<file path=docMetadata/LabelInfo.xml><?xml version="1.0" encoding="utf-8"?>
<clbl:labelList xmlns:clbl="http://schemas.microsoft.com/office/2020/mipLabelMetadata">
  <clbl:label id="{1faf88fe-a998-4c5b-93c9-210a11d9a5c2}" enabled="0" method="" siteId="{1faf88fe-a998-4c5b-93c9-210a11d9a5c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180</Words>
  <Application>Microsoft Office PowerPoint</Application>
  <PresentationFormat>Custom</PresentationFormat>
  <Paragraphs>25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University College London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Claire Stansfield</dc:creator>
  <cp:lastModifiedBy>Sonia</cp:lastModifiedBy>
  <cp:revision>3</cp:revision>
  <dcterms:created xsi:type="dcterms:W3CDTF">2025-04-04T10:17:25Z</dcterms:created>
  <dcterms:modified xsi:type="dcterms:W3CDTF">2025-07-18T05:56:58Z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0x010100A2671E9A5845F844B4268376CF088CB1</vt:lpwstr>
  </property>
</Properties>
</file>